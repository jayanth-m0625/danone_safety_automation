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33"/>
    <a:srgbClr val="011E47"/>
    <a:srgbClr val="000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0478-68EC-33BA-7002-51AF946E1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7E99F-7406-B9CF-9060-F1F3F8F29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9077C-331F-BF56-EF2E-FD520702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B8A14-88B5-EEB8-326F-BB9809B0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DBD1-F539-4D95-6E72-3C50759D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59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A86C-ECB6-1C25-1EFC-74E31A99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91D13-EA10-FE9B-0D7C-2261868A3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AE827-6DBE-13C0-B929-A208E652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0798-7965-B72C-CB57-0E145108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F2CCA-ECA8-1A4A-3787-93BC004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30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16FA-D788-5B04-4CC4-30A032D9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ED830-7B38-BE4F-1020-93942C73D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E67D0-C99D-D537-1A5E-1335E2C6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FA628-E35D-081D-3122-72D6E087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8A52D-E1CB-1404-1A96-95D2FC56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12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B5C2-3937-9836-94BF-42BB2400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28D5F-52BA-F81A-0187-AF82ADF62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5AC65-C482-FFC4-507D-9B3F5A0B6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843AA-B1D0-3203-9DF5-93020E76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16B01-DE75-0E52-27DF-F9B6E4311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C1E45-6B13-4804-3F41-6A8E4E75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22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8604-A288-E212-8BE0-AFABA93D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48602-52FC-AA69-1CFC-EE07422CE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B0F17-0A92-5401-7F68-4C0E5482F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7F40F-7119-0D32-A4AB-776FD03C0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2CEC-2646-B8AC-9EF7-CEC72BEAE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367A5-FA9B-171F-9504-055E90385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7F880-7AC2-2689-E77B-ECB56025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1F201-DCFC-5DBA-E466-7F3E4507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6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99DD-9625-796F-AE64-7B0F8D7D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55E78-58A1-8064-4682-5E743584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55FB8-584D-2454-7E99-CF8F955B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5D086-420F-77A2-8EB7-22DF6892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64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976BF-939B-E262-4738-207B2F22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FBFA0-C644-8AB3-7940-7C380FFC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24D4-9436-EE83-2A14-90120F4C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10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4526-CC93-5555-0C45-EE406A73C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93198-17E7-11D4-0709-A4306D44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EE76A-6F71-A4FD-14EC-1EC6D10B7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513EF-5766-4FC6-AA69-24423BAE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982CF-0313-C0C1-5BB8-C929F51C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36068-C61E-054D-400A-ED4FD095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1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819B-F1F8-DAB0-7803-290A4BA5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95CDC-5735-ECFB-7FBB-F48C3545B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EEF75-B5D6-390F-6014-6DD490468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33307-9486-8E74-DDF9-5482FEA2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483A8-0C3D-F7EA-CFF2-35C965BF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2668A-FD7F-BEA7-3F4D-FDE45016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70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6EF1-CA36-62B3-811B-DC46E2A5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45FC2-F0FA-9792-F289-08FF67E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0E2F-E160-4C83-727D-09A3EEAB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51937-EC46-2074-1ADA-3B0DEC25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B7B77-A21E-C2D4-E3E3-B10FE621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06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F5B91A-B721-850E-2058-12F5B467E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C970C-3B3B-B48F-58C6-6064DE0EF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F6E7-A427-6529-0DC7-3B0A97F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873B8-6B46-E97B-B773-88F2E648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4BBB-5470-5338-0536-8B6BCBFC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67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02E45-E5E1-59E3-C174-1ABA3C17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67E23-F3CF-B258-6287-EBE6514EC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F1442-4B12-81F9-9CA1-139B5267B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9488C-46B7-4E8D-99FA-206F9A89879F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4B08D-A3B4-47D8-F188-D284CD8CA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BF82-8715-AED0-62F1-CCBBEA672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8007C-CB38-4B78-B096-F53AF0F68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0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354B7-0B0F-4337-576C-E82E2DB1A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D46CA6-C56F-6C28-717A-C2659BD164C3}"/>
              </a:ext>
            </a:extLst>
          </p:cNvPr>
          <p:cNvSpPr/>
          <p:nvPr/>
        </p:nvSpPr>
        <p:spPr>
          <a:xfrm>
            <a:off x="8335107" y="237392"/>
            <a:ext cx="3648808" cy="536331"/>
          </a:xfrm>
          <a:prstGeom prst="roundRect">
            <a:avLst/>
          </a:prstGeom>
          <a:solidFill>
            <a:srgbClr val="000B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DD7B18-1F65-48CB-B462-093D9629A095}"/>
              </a:ext>
            </a:extLst>
          </p:cNvPr>
          <p:cNvSpPr/>
          <p:nvPr/>
        </p:nvSpPr>
        <p:spPr>
          <a:xfrm>
            <a:off x="2218591" y="2025161"/>
            <a:ext cx="9765323" cy="2344616"/>
          </a:xfrm>
          <a:prstGeom prst="roundRect">
            <a:avLst/>
          </a:prstGeom>
          <a:solidFill>
            <a:srgbClr val="001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92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3cceda3-bb16-4686-a971-9fe5d13243fd}" enabled="1" method="Standard" siteId="{4720ed5e-c545-46eb-99a5-958dd333e9f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 Matam</dc:creator>
  <cp:lastModifiedBy>MATAM Jayanth (EXT)</cp:lastModifiedBy>
  <cp:revision>3</cp:revision>
  <dcterms:created xsi:type="dcterms:W3CDTF">2026-07-08T09:48:00Z</dcterms:created>
  <dcterms:modified xsi:type="dcterms:W3CDTF">2026-07-08T15:36:10Z</dcterms:modified>
</cp:coreProperties>
</file>